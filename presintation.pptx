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2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F5F0C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87CED4">
              <a:alpha val="2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254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solidFill>
                <a:srgbClr val="CBCBCB"/>
              </a:solidFill>
              <a:prstDash val="solid"/>
              <a:miter lim="400000"/>
            </a:ln>
          </a:insideV>
        </a:tcBdr>
        <a:fill>
          <a:solidFill>
            <a:srgbClr val="0365C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5DC123">
              <a:alpha val="19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3632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105381"/>
              <a:satOff val="14341"/>
              <a:lumOff val="1080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BCBCB"/>
              </a:solidFill>
              <a:prstDash val="solid"/>
              <a:miter lim="400000"/>
            </a:ln>
          </a:left>
          <a:right>
            <a:ln w="12700" cap="flat">
              <a:solidFill>
                <a:srgbClr val="CBCBCB"/>
              </a:solidFill>
              <a:prstDash val="solid"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solidFill>
                <a:srgbClr val="CBCBCB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45761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CBCBCB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CBCBCB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77C83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97A7C">
              <a:alpha val="30000"/>
            </a:srgbClr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254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FFFFFF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 и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/>
          <p:nvPr>
            <p:ph type="title"/>
          </p:nvPr>
        </p:nvSpPr>
        <p:spPr>
          <a:xfrm>
            <a:off x="2387600" y="2298700"/>
            <a:ext cx="19621500" cy="46482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12" name="Уровень текста 1…"/>
          <p:cNvSpPr txBox="1"/>
          <p:nvPr>
            <p:ph type="body" sz="quarter" idx="1"/>
          </p:nvPr>
        </p:nvSpPr>
        <p:spPr>
          <a:xfrm>
            <a:off x="2387600" y="7073900"/>
            <a:ext cx="196215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горизонт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Изображение"/>
          <p:cNvSpPr/>
          <p:nvPr>
            <p:ph type="pic" idx="21"/>
          </p:nvPr>
        </p:nvSpPr>
        <p:spPr>
          <a:xfrm>
            <a:off x="2752725" y="-2489200"/>
            <a:ext cx="18840450" cy="125603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Текст заголовка"/>
          <p:cNvSpPr txBox="1"/>
          <p:nvPr>
            <p:ph type="title"/>
          </p:nvPr>
        </p:nvSpPr>
        <p:spPr>
          <a:xfrm>
            <a:off x="2387600" y="9448800"/>
            <a:ext cx="19621500" cy="2006600"/>
          </a:xfrm>
          <a:prstGeom prst="rect">
            <a:avLst/>
          </a:prstGeom>
        </p:spPr>
        <p:txBody>
          <a:bodyPr anchor="b"/>
          <a:lstStyle/>
          <a:p>
            <a:pPr/>
            <a:r>
              <a:t>Текст заголовка</a:t>
            </a:r>
          </a:p>
        </p:txBody>
      </p:sp>
      <p:sp>
        <p:nvSpPr>
          <p:cNvPr id="22" name="Уровень текста 1…"/>
          <p:cNvSpPr txBox="1"/>
          <p:nvPr>
            <p:ph type="body" sz="quarter" idx="1"/>
          </p:nvPr>
        </p:nvSpPr>
        <p:spPr>
          <a:xfrm>
            <a:off x="2387600" y="11518900"/>
            <a:ext cx="19621500" cy="1714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по центр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Текст заголовка"/>
          <p:cNvSpPr txBox="1"/>
          <p:nvPr>
            <p:ph type="title"/>
          </p:nvPr>
        </p:nvSpPr>
        <p:spPr>
          <a:xfrm>
            <a:off x="2387600" y="4533900"/>
            <a:ext cx="19621500" cy="4648200"/>
          </a:xfrm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3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 — вертикаль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Изображение"/>
          <p:cNvSpPr/>
          <p:nvPr>
            <p:ph type="pic" idx="21"/>
          </p:nvPr>
        </p:nvSpPr>
        <p:spPr>
          <a:xfrm>
            <a:off x="12407900" y="-2159000"/>
            <a:ext cx="10337800" cy="1550670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Текст заголовка"/>
          <p:cNvSpPr txBox="1"/>
          <p:nvPr>
            <p:ph type="title"/>
          </p:nvPr>
        </p:nvSpPr>
        <p:spPr>
          <a:xfrm>
            <a:off x="1790700" y="1066800"/>
            <a:ext cx="10007600" cy="56261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Текст заголовка</a:t>
            </a:r>
          </a:p>
        </p:txBody>
      </p:sp>
      <p:sp>
        <p:nvSpPr>
          <p:cNvPr id="40" name="Уровень текста 1…"/>
          <p:cNvSpPr txBox="1"/>
          <p:nvPr>
            <p:ph type="body" sz="quarter" idx="1"/>
          </p:nvPr>
        </p:nvSpPr>
        <p:spPr>
          <a:xfrm>
            <a:off x="1790700" y="7035800"/>
            <a:ext cx="10007600" cy="562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0" algn="ctr">
              <a:spcBef>
                <a:spcPts val="0"/>
              </a:spcBef>
              <a:buSzTx/>
              <a:buNone/>
              <a:defRPr sz="4400"/>
            </a:lvl2pPr>
            <a:lvl3pPr marL="0" indent="0" algn="ctr">
              <a:spcBef>
                <a:spcPts val="0"/>
              </a:spcBef>
              <a:buSzTx/>
              <a:buNone/>
              <a:defRPr sz="4400"/>
            </a:lvl3pPr>
            <a:lvl4pPr marL="0" indent="0" algn="ctr">
              <a:spcBef>
                <a:spcPts val="0"/>
              </a:spcBef>
              <a:buSzTx/>
              <a:buNone/>
              <a:defRPr sz="4400"/>
            </a:lvl4pPr>
            <a:lvl5pPr marL="0" indent="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 —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4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57" name="Уровень текста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Изображение"/>
          <p:cNvSpPr/>
          <p:nvPr>
            <p:ph type="pic" idx="21"/>
          </p:nvPr>
        </p:nvSpPr>
        <p:spPr>
          <a:xfrm>
            <a:off x="12496800" y="-1485900"/>
            <a:ext cx="10193867" cy="15290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Текст заголовк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заголовка</a:t>
            </a:r>
          </a:p>
        </p:txBody>
      </p:sp>
      <p:sp>
        <p:nvSpPr>
          <p:cNvPr id="67" name="Уровень текста 1…"/>
          <p:cNvSpPr txBox="1"/>
          <p:nvPr>
            <p:ph type="body" sz="half" idx="1"/>
          </p:nvPr>
        </p:nvSpPr>
        <p:spPr>
          <a:xfrm>
            <a:off x="1790700" y="3644900"/>
            <a:ext cx="10007600" cy="8839200"/>
          </a:xfrm>
          <a:prstGeom prst="rect">
            <a:avLst/>
          </a:prstGeom>
        </p:spPr>
        <p:txBody>
          <a:bodyPr/>
          <a:lstStyle>
            <a:lvl1pPr marL="431800" indent="-431800">
              <a:spcBef>
                <a:spcPts val="5300"/>
              </a:spcBef>
              <a:defRPr sz="3800"/>
            </a:lvl1pPr>
            <a:lvl2pPr marL="863600" indent="-431800">
              <a:spcBef>
                <a:spcPts val="5300"/>
              </a:spcBef>
              <a:defRPr sz="3800"/>
            </a:lvl2pPr>
            <a:lvl3pPr marL="1295400" indent="-431800">
              <a:spcBef>
                <a:spcPts val="5300"/>
              </a:spcBef>
              <a:defRPr sz="3800"/>
            </a:lvl3pPr>
            <a:lvl4pPr marL="1727200" indent="-431800">
              <a:spcBef>
                <a:spcPts val="5300"/>
              </a:spcBef>
              <a:defRPr sz="3800"/>
            </a:lvl4pPr>
            <a:lvl5pPr marL="2159000" indent="-431800">
              <a:spcBef>
                <a:spcPts val="5300"/>
              </a:spcBef>
              <a:defRPr sz="3800"/>
            </a:lvl5pPr>
          </a:lstStyle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Уровень текста 1…"/>
          <p:cNvSpPr txBox="1"/>
          <p:nvPr>
            <p:ph type="body" idx="1"/>
          </p:nvPr>
        </p:nvSpPr>
        <p:spPr>
          <a:xfrm>
            <a:off x="1790700" y="1790700"/>
            <a:ext cx="20815300" cy="10147300"/>
          </a:xfrm>
          <a:prstGeom prst="rect">
            <a:avLst/>
          </a:prstGeom>
        </p:spPr>
        <p:txBody>
          <a:bodyPr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Изображение"/>
          <p:cNvSpPr/>
          <p:nvPr>
            <p:ph type="pic" sz="half" idx="21"/>
          </p:nvPr>
        </p:nvSpPr>
        <p:spPr>
          <a:xfrm>
            <a:off x="12344400" y="7112000"/>
            <a:ext cx="10439400" cy="6959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Изображение"/>
          <p:cNvSpPr/>
          <p:nvPr>
            <p:ph type="pic" sz="half" idx="22"/>
          </p:nvPr>
        </p:nvSpPr>
        <p:spPr>
          <a:xfrm>
            <a:off x="12407900" y="190500"/>
            <a:ext cx="10363200" cy="6908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Изображение"/>
          <p:cNvSpPr/>
          <p:nvPr>
            <p:ph type="pic" idx="23"/>
          </p:nvPr>
        </p:nvSpPr>
        <p:spPr>
          <a:xfrm>
            <a:off x="1583266" y="-1879600"/>
            <a:ext cx="10414001" cy="15621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— Иван Арсентьев"/>
          <p:cNvSpPr txBox="1"/>
          <p:nvPr>
            <p:ph type="body" sz="quarter" idx="21"/>
          </p:nvPr>
        </p:nvSpPr>
        <p:spPr>
          <a:xfrm>
            <a:off x="2387600" y="8953500"/>
            <a:ext cx="19621500" cy="6858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b="1" sz="3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— Иван Арсентьев</a:t>
            </a:r>
          </a:p>
        </p:txBody>
      </p:sp>
      <p:sp>
        <p:nvSpPr>
          <p:cNvPr id="94" name="«Место ввода цитаты»."/>
          <p:cNvSpPr txBox="1"/>
          <p:nvPr>
            <p:ph type="body" sz="quarter" idx="22"/>
          </p:nvPr>
        </p:nvSpPr>
        <p:spPr>
          <a:xfrm>
            <a:off x="2387600" y="6007100"/>
            <a:ext cx="19621500" cy="9525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3400"/>
              </a:spcBef>
              <a:buSzTx/>
              <a:buNone/>
              <a:defRPr sz="5600"/>
            </a:lvl1pPr>
          </a:lstStyle>
          <a:p>
            <a:pPr/>
            <a:r>
              <a:t>«Место ввода цитаты».</a:t>
            </a:r>
          </a:p>
        </p:txBody>
      </p:sp>
      <p:sp>
        <p:nvSpPr>
          <p:cNvPr id="9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Изображение"/>
          <p:cNvSpPr/>
          <p:nvPr>
            <p:ph type="pic" idx="21"/>
          </p:nvPr>
        </p:nvSpPr>
        <p:spPr>
          <a:xfrm>
            <a:off x="-47625" y="-2540000"/>
            <a:ext cx="24479250" cy="16319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 anchor="t"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1790700" y="571500"/>
            <a:ext cx="20815300" cy="298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1790700" y="3644900"/>
            <a:ext cx="20815300" cy="8839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55253" y="13004800"/>
            <a:ext cx="453238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09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1pPr>
      <a:lvl2pPr marL="1219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2pPr>
      <a:lvl3pPr marL="1828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3pPr>
      <a:lvl4pPr marL="2438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4pPr>
      <a:lvl5pPr marL="30480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5pPr>
      <a:lvl6pPr marL="36576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6pPr>
      <a:lvl7pPr marL="42672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7pPr>
      <a:lvl8pPr marL="48768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8pPr>
      <a:lvl9pPr marL="5486400" marR="0" indent="-6096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200" u="none">
          <a:solidFill>
            <a:srgbClr val="FFFFFF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Сheck Чек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Сheck Чек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Структура базы данных"/>
          <p:cNvSpPr txBox="1"/>
          <p:nvPr>
            <p:ph type="ctrTitle"/>
          </p:nvPr>
        </p:nvSpPr>
        <p:spPr>
          <a:xfrm>
            <a:off x="12926710" y="4533899"/>
            <a:ext cx="9152594" cy="4648201"/>
          </a:xfrm>
          <a:prstGeom prst="rect">
            <a:avLst/>
          </a:prstGeom>
        </p:spPr>
        <p:txBody>
          <a:bodyPr/>
          <a:lstStyle/>
          <a:p>
            <a:pPr/>
            <a:r>
              <a:t>Структура базы данных</a:t>
            </a:r>
          </a:p>
        </p:txBody>
      </p:sp>
      <p:pic>
        <p:nvPicPr>
          <p:cNvPr id="122" name="Снимок экрана 2021-04-24 в 13.21.39.png" descr="Снимок экрана 2021-04-24 в 13.21.3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2031" y="3527534"/>
            <a:ext cx="10332057" cy="76973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Реализовано 7 страниц"/>
          <p:cNvSpPr txBox="1"/>
          <p:nvPr>
            <p:ph type="ctrTitle"/>
          </p:nvPr>
        </p:nvSpPr>
        <p:spPr>
          <a:xfrm>
            <a:off x="2387600" y="2298700"/>
            <a:ext cx="19621500" cy="2462112"/>
          </a:xfrm>
          <a:prstGeom prst="rect">
            <a:avLst/>
          </a:prstGeom>
        </p:spPr>
        <p:txBody>
          <a:bodyPr/>
          <a:lstStyle/>
          <a:p>
            <a:pPr/>
            <a:r>
              <a:t>Реализовано 7 страниц</a:t>
            </a:r>
          </a:p>
        </p:txBody>
      </p:sp>
      <p:sp>
        <p:nvSpPr>
          <p:cNvPr id="125" name="Вход…"/>
          <p:cNvSpPr txBox="1"/>
          <p:nvPr>
            <p:ph type="subTitle" sz="half" idx="1"/>
          </p:nvPr>
        </p:nvSpPr>
        <p:spPr>
          <a:xfrm>
            <a:off x="2381250" y="6139224"/>
            <a:ext cx="19634201" cy="6680086"/>
          </a:xfrm>
          <a:prstGeom prst="rect">
            <a:avLst/>
          </a:prstGeom>
        </p:spPr>
        <p:txBody>
          <a:bodyPr/>
          <a:lstStyle/>
          <a:p>
            <a:pPr marL="515815" indent="-515815" algn="l">
              <a:buSzPct val="75000"/>
              <a:buChar char="•"/>
            </a:pPr>
            <a:r>
              <a:t>Вход</a:t>
            </a:r>
          </a:p>
          <a:p>
            <a:pPr marL="515815" indent="-515815" algn="l">
              <a:buSzPct val="75000"/>
              <a:buChar char="•"/>
            </a:pPr>
            <a:r>
              <a:t>Регистрация</a:t>
            </a:r>
          </a:p>
          <a:p>
            <a:pPr marL="515815" indent="-515815" algn="l">
              <a:buSzPct val="75000"/>
              <a:buChar char="•"/>
            </a:pPr>
            <a:r>
              <a:t>Личный кабинет</a:t>
            </a:r>
          </a:p>
          <a:p>
            <a:pPr marL="515815" indent="-515815" algn="l">
              <a:buSzPct val="75000"/>
              <a:buChar char="•"/>
            </a:pPr>
            <a:r>
              <a:t>Добавление чека</a:t>
            </a:r>
          </a:p>
          <a:p>
            <a:pPr marL="515815" indent="-515815" algn="l">
              <a:buSzPct val="75000"/>
              <a:buChar char="•"/>
            </a:pPr>
            <a:r>
              <a:t>Добавление типа</a:t>
            </a:r>
          </a:p>
          <a:p>
            <a:pPr marL="515815" indent="-515815" algn="l">
              <a:buSzPct val="75000"/>
              <a:buChar char="•"/>
            </a:pPr>
            <a:r>
              <a:t>Все чеки</a:t>
            </a:r>
          </a:p>
          <a:p>
            <a:pPr marL="515815" indent="-515815" algn="l">
              <a:buSzPct val="75000"/>
              <a:buChar char="•"/>
            </a:pPr>
            <a:r>
              <a:t>Все растраты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Спасибо за внимание!"/>
          <p:cNvSpPr txBox="1"/>
          <p:nvPr>
            <p:ph type="ctrTitle"/>
          </p:nvPr>
        </p:nvSpPr>
        <p:spPr>
          <a:xfrm>
            <a:off x="2381250" y="5931158"/>
            <a:ext cx="19621500" cy="1853684"/>
          </a:xfrm>
          <a:prstGeom prst="rect">
            <a:avLst/>
          </a:prstGeom>
        </p:spPr>
        <p:txBody>
          <a:bodyPr/>
          <a:lstStyle/>
          <a:p>
            <a:pPr/>
            <a:r>
              <a:t>Спасибо за 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FF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Gradient">
  <a:themeElements>
    <a:clrScheme name="Gradient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189B1A"/>
      </a:accent2>
      <a:accent3>
        <a:srgbClr val="008C91"/>
      </a:accent3>
      <a:accent4>
        <a:srgbClr val="5747C1"/>
      </a:accent4>
      <a:accent5>
        <a:srgbClr val="971817"/>
      </a:accent5>
      <a:accent6>
        <a:srgbClr val="BC8027"/>
      </a:accent6>
      <a:hlink>
        <a:srgbClr val="0000FF"/>
      </a:hlink>
      <a:folHlink>
        <a:srgbClr val="FF00FF"/>
      </a:folHlink>
    </a:clrScheme>
    <a:fontScheme name="Gradient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Gradie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  <a:effectStyle>
          <a:effectLst>
            <a:outerShdw sx="100000" sy="100000" kx="0" ky="0" algn="b" rotWithShape="0" blurRad="76200" dist="0" dir="18900000">
              <a:srgbClr val="000000">
                <a:alpha val="8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accent1"/>
            </a:gs>
            <a:gs pos="100000">
              <a:schemeClr val="accent1">
                <a:hueOff val="321133"/>
                <a:satOff val="-12043"/>
                <a:lumOff val="-7113"/>
              </a:schemeClr>
            </a:gs>
          </a:gsLst>
          <a:lin ang="5400000" scaled="0"/>
        </a:gradFill>
        <a:ln w="12700" cap="flat">
          <a:noFill/>
          <a:miter lim="400000"/>
        </a:ln>
        <a:effectLst>
          <a:outerShdw sx="100000" sy="100000" kx="0" ky="0" algn="b" rotWithShape="0" blurRad="76200" dist="0" dir="18900000">
            <a:srgbClr val="000000">
              <a:alpha val="8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>
              <a:outerShdw sx="100000" sy="100000" kx="0" ky="0" algn="b" rotWithShape="0" blurRad="25400" dist="23998" dir="2700000">
                <a:srgbClr val="000000">
                  <a:alpha val="31034"/>
                </a:srgbClr>
              </a:outerShdw>
            </a:effectLst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