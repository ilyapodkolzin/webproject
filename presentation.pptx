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F5F0C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7CED4">
              <a:alpha val="2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5DC123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4576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2387600" y="2298700"/>
            <a:ext cx="196215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2387600" y="7073900"/>
            <a:ext cx="196215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Изображение"/>
          <p:cNvSpPr/>
          <p:nvPr>
            <p:ph type="pic" idx="21"/>
          </p:nvPr>
        </p:nvSpPr>
        <p:spPr>
          <a:xfrm>
            <a:off x="2752725" y="-2489200"/>
            <a:ext cx="18840450" cy="12560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2387600" y="9448800"/>
            <a:ext cx="196215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22" name="Уровень текста 1…"/>
          <p:cNvSpPr txBox="1"/>
          <p:nvPr>
            <p:ph type="body" sz="quarter" idx="1"/>
          </p:nvPr>
        </p:nvSpPr>
        <p:spPr>
          <a:xfrm>
            <a:off x="2387600" y="11518900"/>
            <a:ext cx="19621500" cy="1714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заголовка"/>
          <p:cNvSpPr txBox="1"/>
          <p:nvPr>
            <p:ph type="title"/>
          </p:nvPr>
        </p:nvSpPr>
        <p:spPr>
          <a:xfrm>
            <a:off x="2387600" y="4533900"/>
            <a:ext cx="19621500" cy="46482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Изображение"/>
          <p:cNvSpPr/>
          <p:nvPr>
            <p:ph type="pic" idx="21"/>
          </p:nvPr>
        </p:nvSpPr>
        <p:spPr>
          <a:xfrm>
            <a:off x="12407900" y="-2159000"/>
            <a:ext cx="10337800" cy="155067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1790700" y="1066800"/>
            <a:ext cx="10007600" cy="56261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0" name="Уровень текста 1…"/>
          <p:cNvSpPr txBox="1"/>
          <p:nvPr>
            <p:ph type="body" sz="quarter" idx="1"/>
          </p:nvPr>
        </p:nvSpPr>
        <p:spPr>
          <a:xfrm>
            <a:off x="1790700" y="7035800"/>
            <a:ext cx="10007600" cy="562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7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Изображение"/>
          <p:cNvSpPr/>
          <p:nvPr>
            <p:ph type="pic" idx="21"/>
          </p:nvPr>
        </p:nvSpPr>
        <p:spPr>
          <a:xfrm>
            <a:off x="12496800" y="-1485900"/>
            <a:ext cx="10193867" cy="15290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7" name="Уровень текста 1…"/>
          <p:cNvSpPr txBox="1"/>
          <p:nvPr>
            <p:ph type="body" sz="half" idx="1"/>
          </p:nvPr>
        </p:nvSpPr>
        <p:spPr>
          <a:xfrm>
            <a:off x="1790700" y="3644900"/>
            <a:ext cx="10007600" cy="8839200"/>
          </a:xfrm>
          <a:prstGeom prst="rect">
            <a:avLst/>
          </a:prstGeom>
        </p:spPr>
        <p:txBody>
          <a:bodyPr/>
          <a:lstStyle>
            <a:lvl1pPr marL="431800" indent="-431800">
              <a:spcBef>
                <a:spcPts val="5300"/>
              </a:spcBef>
              <a:defRPr sz="3800"/>
            </a:lvl1pPr>
            <a:lvl2pPr marL="863600" indent="-431800">
              <a:spcBef>
                <a:spcPts val="5300"/>
              </a:spcBef>
              <a:defRPr sz="3800"/>
            </a:lvl2pPr>
            <a:lvl3pPr marL="1295400" indent="-431800">
              <a:spcBef>
                <a:spcPts val="5300"/>
              </a:spcBef>
              <a:defRPr sz="3800"/>
            </a:lvl3pPr>
            <a:lvl4pPr marL="1727200" indent="-431800">
              <a:spcBef>
                <a:spcPts val="5300"/>
              </a:spcBef>
              <a:defRPr sz="3800"/>
            </a:lvl4pPr>
            <a:lvl5pPr marL="2159000" indent="-431800">
              <a:spcBef>
                <a:spcPts val="5300"/>
              </a:spcBef>
              <a:defRPr sz="3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Уровень текста 1…"/>
          <p:cNvSpPr txBox="1"/>
          <p:nvPr>
            <p:ph type="body" idx="1"/>
          </p:nvPr>
        </p:nvSpPr>
        <p:spPr>
          <a:xfrm>
            <a:off x="1790700" y="1790700"/>
            <a:ext cx="20815300" cy="1014730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Изображение"/>
          <p:cNvSpPr/>
          <p:nvPr>
            <p:ph type="pic" sz="half" idx="21"/>
          </p:nvPr>
        </p:nvSpPr>
        <p:spPr>
          <a:xfrm>
            <a:off x="12344400" y="7112000"/>
            <a:ext cx="10439400" cy="6959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Изображение"/>
          <p:cNvSpPr/>
          <p:nvPr>
            <p:ph type="pic" sz="half" idx="22"/>
          </p:nvPr>
        </p:nvSpPr>
        <p:spPr>
          <a:xfrm>
            <a:off x="12407900" y="190500"/>
            <a:ext cx="10363200" cy="6908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Изображение"/>
          <p:cNvSpPr/>
          <p:nvPr>
            <p:ph type="pic" idx="23"/>
          </p:nvPr>
        </p:nvSpPr>
        <p:spPr>
          <a:xfrm>
            <a:off x="1583266" y="-1879600"/>
            <a:ext cx="10414001" cy="15621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— Иван Арсентьев"/>
          <p:cNvSpPr txBox="1"/>
          <p:nvPr>
            <p:ph type="body" sz="quarter" idx="21"/>
          </p:nvPr>
        </p:nvSpPr>
        <p:spPr>
          <a:xfrm>
            <a:off x="2387600" y="8953500"/>
            <a:ext cx="19621500" cy="685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b="1" sz="3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— Иван Арсентьев</a:t>
            </a:r>
          </a:p>
        </p:txBody>
      </p:sp>
      <p:sp>
        <p:nvSpPr>
          <p:cNvPr id="94" name="«Место ввода цитаты»."/>
          <p:cNvSpPr txBox="1"/>
          <p:nvPr>
            <p:ph type="body" sz="quarter" idx="22"/>
          </p:nvPr>
        </p:nvSpPr>
        <p:spPr>
          <a:xfrm>
            <a:off x="2387600" y="6007100"/>
            <a:ext cx="19621500" cy="952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3400"/>
              </a:spcBef>
              <a:buSzTx/>
              <a:buNone/>
              <a:defRPr sz="5600"/>
            </a:lvl1pPr>
          </a:lstStyle>
          <a:p>
            <a:pPr/>
            <a:r>
              <a:t>«Место ввода цитаты».</a:t>
            </a:r>
          </a:p>
        </p:txBody>
      </p:sp>
      <p:sp>
        <p:nvSpPr>
          <p:cNvPr id="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Изображение"/>
          <p:cNvSpPr/>
          <p:nvPr>
            <p:ph type="pic" idx="21"/>
          </p:nvPr>
        </p:nvSpPr>
        <p:spPr>
          <a:xfrm>
            <a:off x="-47625" y="-2540000"/>
            <a:ext cx="24479250" cy="16319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1790700" y="571500"/>
            <a:ext cx="20815300" cy="298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1790700" y="3644900"/>
            <a:ext cx="20815300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55253" y="130048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1219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1828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2438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30480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3657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4267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4876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5486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Сheck Чек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Сheck Чек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Структура базы данных"/>
          <p:cNvSpPr txBox="1"/>
          <p:nvPr>
            <p:ph type="ctrTitle"/>
          </p:nvPr>
        </p:nvSpPr>
        <p:spPr>
          <a:xfrm>
            <a:off x="12926710" y="4533899"/>
            <a:ext cx="9152594" cy="4648201"/>
          </a:xfrm>
          <a:prstGeom prst="rect">
            <a:avLst/>
          </a:prstGeom>
        </p:spPr>
        <p:txBody>
          <a:bodyPr/>
          <a:lstStyle/>
          <a:p>
            <a:pPr/>
            <a:r>
              <a:t>Структура базы данных</a:t>
            </a:r>
          </a:p>
        </p:txBody>
      </p:sp>
      <p:pic>
        <p:nvPicPr>
          <p:cNvPr id="122" name="Снимок экрана 2021-04-24 в 13.21.39.png" descr="Снимок экрана 2021-04-24 в 13.21.3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2031" y="3527534"/>
            <a:ext cx="10332057" cy="76973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Реализовано 6 страниц"/>
          <p:cNvSpPr txBox="1"/>
          <p:nvPr>
            <p:ph type="ctrTitle"/>
          </p:nvPr>
        </p:nvSpPr>
        <p:spPr>
          <a:xfrm>
            <a:off x="2387600" y="2298700"/>
            <a:ext cx="19621500" cy="2462112"/>
          </a:xfrm>
          <a:prstGeom prst="rect">
            <a:avLst/>
          </a:prstGeom>
        </p:spPr>
        <p:txBody>
          <a:bodyPr/>
          <a:lstStyle/>
          <a:p>
            <a:pPr/>
            <a:r>
              <a:t>Реализовано 6 страниц</a:t>
            </a:r>
          </a:p>
        </p:txBody>
      </p:sp>
      <p:sp>
        <p:nvSpPr>
          <p:cNvPr id="125" name="Вход…"/>
          <p:cNvSpPr txBox="1"/>
          <p:nvPr>
            <p:ph type="subTitle" sz="half" idx="1"/>
          </p:nvPr>
        </p:nvSpPr>
        <p:spPr>
          <a:xfrm>
            <a:off x="2381250" y="6139224"/>
            <a:ext cx="19634201" cy="6680086"/>
          </a:xfrm>
          <a:prstGeom prst="rect">
            <a:avLst/>
          </a:prstGeom>
        </p:spPr>
        <p:txBody>
          <a:bodyPr/>
          <a:lstStyle/>
          <a:p>
            <a:pPr marL="515815" indent="-515815" algn="l">
              <a:buSzPct val="75000"/>
              <a:buChar char="•"/>
            </a:pPr>
            <a:r>
              <a:t>Вход</a:t>
            </a:r>
          </a:p>
          <a:p>
            <a:pPr marL="515815" indent="-515815" algn="l">
              <a:buSzPct val="75000"/>
              <a:buChar char="•"/>
            </a:pPr>
            <a:r>
              <a:t>Регистрация</a:t>
            </a:r>
          </a:p>
          <a:p>
            <a:pPr marL="515815" indent="-515815" algn="l">
              <a:buSzPct val="75000"/>
              <a:buChar char="•"/>
            </a:pPr>
            <a:r>
              <a:t>Личный кабинет</a:t>
            </a:r>
          </a:p>
          <a:p>
            <a:pPr marL="515815" indent="-515815" algn="l">
              <a:buSzPct val="75000"/>
              <a:buChar char="•"/>
            </a:pPr>
            <a:r>
              <a:t>Добавление чека</a:t>
            </a:r>
          </a:p>
          <a:p>
            <a:pPr marL="515815" indent="-515815" algn="l">
              <a:buSzPct val="75000"/>
              <a:buChar char="•"/>
            </a:pPr>
            <a:r>
              <a:t>Добавление типа</a:t>
            </a:r>
          </a:p>
          <a:p>
            <a:pPr marL="515815" indent="-515815" algn="l">
              <a:buSzPct val="75000"/>
              <a:buChar char="•"/>
            </a:pPr>
            <a:r>
              <a:t>Все чеки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Спасибо за внимание!"/>
          <p:cNvSpPr txBox="1"/>
          <p:nvPr>
            <p:ph type="ctrTitle"/>
          </p:nvPr>
        </p:nvSpPr>
        <p:spPr>
          <a:xfrm>
            <a:off x="2381250" y="5931158"/>
            <a:ext cx="19621500" cy="1853684"/>
          </a:xfrm>
          <a:prstGeom prst="rect">
            <a:avLst/>
          </a:prstGeom>
        </p:spPr>
        <p:txBody>
          <a:bodyPr/>
          <a:lstStyle/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FF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